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3413A1-A89A-0969-3228-1D79134707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45BE65E-4B81-2446-48C9-A01C21E21C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6B7C35E-96CE-3FA0-0B36-E26E7F859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B33B3-5F5A-4842-9685-200DCBEBE98E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0194DF-8A93-093C-A5BD-EFE944E89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CD49193-2151-AD5A-AB69-2BE55F511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50286-9819-4EBF-A33A-E521904062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3266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02838B-BD49-BC1C-9056-FC0D20472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5B4B49A-BCF0-D3D0-DAEF-C6D710C29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5025047-7F7F-E1DA-9378-535EE0957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B33B3-5F5A-4842-9685-200DCBEBE98E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7C19D7-5CAB-B8E8-0B6F-4932AB9A0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4BD5EB4-E51F-822C-87B1-D2295E8B1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50286-9819-4EBF-A33A-E521904062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06054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EC27F1-8C05-1587-2D6E-FD1F8F177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23F680C-81B1-E79D-0480-FDFB625626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34DEE3-04F2-C9DC-0799-D6B1D7A1D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B33B3-5F5A-4842-9685-200DCBEBE98E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B77396B-E84F-6DD2-949F-A75C6CFE3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5A13794-F5F8-19EF-DCCA-7ECA01BB0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50286-9819-4EBF-A33A-E521904062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6733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E43074-72D7-6002-28CD-0AC474C30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F60DA7-B202-BF2A-DCA9-36AC1351DE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8A926F5-263E-FB3B-5E2B-782DEA91E2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C944ED1-C1CC-13FB-A5C0-32EE6F588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B33B3-5F5A-4842-9685-200DCBEBE98E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9FDFB05-21B5-6510-B568-BAC0F8918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B52FD32-167E-ED36-ABB9-2B284D6A2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50286-9819-4EBF-A33A-E521904062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7744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CB4879-9172-5340-F880-DAA579D41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0994E4A-38DB-507B-F919-BC4F0D725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9CB0AAF-891A-5FE9-BEF5-9813988833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CB89EA0-79D2-3510-9F17-9DB8D3894A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35F9B15-0597-F9E2-0691-886F22AD6E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180BCFA-8E32-02F3-7752-BE07D0067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B33B3-5F5A-4842-9685-200DCBEBE98E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3222FB9-6226-6D9B-131D-175DAD5D1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42823AE-4B2F-C4FD-3618-8207DC25C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50286-9819-4EBF-A33A-E521904062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4483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877975-4C92-3ABD-07DF-2B016C4D4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7B26513-F4D9-8398-1CA8-CC531EF57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B33B3-5F5A-4842-9685-200DCBEBE98E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023EBA-5E2C-B7C6-A4C9-B56DBE9A9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FCF796D-3A98-A593-9277-B392838AD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50286-9819-4EBF-A33A-E521904062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17272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8B5BC8F-38A8-24A1-1EA8-5FE85381C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B33B3-5F5A-4842-9685-200DCBEBE98E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C764DBF-62FA-3C36-9D7B-98AEFF4EF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A6EF95-5348-2451-68CF-C9AB3CD23E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50286-9819-4EBF-A33A-E521904062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424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5A3BAA-68A9-5434-B717-A92D0174C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2CC55F-818D-D5B2-AD06-483F3E417B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95CF54D-FF6E-A6DB-DD93-74843BEEE0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2E12769-91C8-A80A-2379-813810AB4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B33B3-5F5A-4842-9685-200DCBEBE98E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1F9B8AA-C3A2-9EA6-3FFC-86C7314AF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C035786-AD2F-B126-385F-B21A8D751F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50286-9819-4EBF-A33A-E521904062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6829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B844E8-CDA2-5BF3-440F-A8A96F9BA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9E0A09D-8C82-0556-3358-FD53B1AC35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1BB7C34-2B16-9173-60C5-63AC21787C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F2F6F41-3B8F-A07F-DCE4-B5F36E4B6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B33B3-5F5A-4842-9685-200DCBEBE98E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CD1D35A-0146-7FF0-B6BC-C393D3E85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608853A-9837-B186-50E8-087085DBA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50286-9819-4EBF-A33A-E521904062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7908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F787B0-F566-9E30-BB87-BFE712529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B551B17-B33C-D8BF-4E3D-DD0E752180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D0A3655-C4C5-A8CA-EEFD-A0AC5AE90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B33B3-5F5A-4842-9685-200DCBEBE98E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A13390F-EC50-F59F-A224-7E42803E6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02FA3C8-8A0F-67DD-47FD-045452E92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50286-9819-4EBF-A33A-E521904062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7934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C7C1C8B-5A6C-0166-6E92-89C167F5E7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EEAE620-A11B-0BB1-01B3-72A52157D4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73A8F2A-3D35-E564-5D1C-FCE4114C2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B33B3-5F5A-4842-9685-200DCBEBE98E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82ABF9D-6CE9-EEA0-E9DB-E4F3A7308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775BD30-5BCB-DBB7-DD14-E6BD86E2C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50286-9819-4EBF-A33A-E521904062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0848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6B54AD-7AE2-3A3B-BB00-2CF22C3EFD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DAEA703-6912-9969-5EAC-CF87BBAC0C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DEECD3C-051D-DAA0-4C5A-6856253396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AB33B3-5F5A-4842-9685-200DCBEBE98E}" type="datetimeFigureOut">
              <a:rPr lang="ru-RU" smtClean="0"/>
              <a:t>16.03.2026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00DEFAD-E83B-6A3E-02FA-B949D36208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49DD53-402A-9C5E-5CBB-34DB45758F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150286-9819-4EBF-A33A-E5219040626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722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CA5ED4-7FD9-FA40-4241-544BBB9B55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Создание веб-платформы для гастрономического туризма 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63BDAEB-62C4-D2FC-10DA-435EE37A7E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176836"/>
            <a:ext cx="9144000" cy="1117601"/>
          </a:xfrm>
        </p:spPr>
        <p:txBody>
          <a:bodyPr>
            <a:normAutofit/>
          </a:bodyPr>
          <a:lstStyle/>
          <a:p>
            <a:pPr lvl="0" algn="r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300"/>
            </a:pPr>
            <a:r>
              <a:rPr lang="ru-RU" sz="1100" b="1" dirty="0">
                <a:ea typeface="Public Sans"/>
                <a:cs typeface="Public Sans"/>
                <a:sym typeface="Public Sans"/>
              </a:rPr>
              <a:t>Выполнил</a:t>
            </a:r>
            <a:r>
              <a:rPr lang="ru-RU" sz="1100" dirty="0">
                <a:ea typeface="Public Sans"/>
                <a:cs typeface="Public Sans"/>
                <a:sym typeface="Public Sans"/>
              </a:rPr>
              <a:t>: Захаров Даниил Николаевич </a:t>
            </a:r>
          </a:p>
          <a:p>
            <a:pPr lvl="0" algn="r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300"/>
            </a:pPr>
            <a:r>
              <a:rPr lang="ru-RU" sz="1100" b="1" dirty="0">
                <a:ea typeface="Public Sans"/>
                <a:cs typeface="Public Sans"/>
                <a:sym typeface="Public Sans"/>
              </a:rPr>
              <a:t>Специальность</a:t>
            </a:r>
            <a:r>
              <a:rPr lang="ru-RU" sz="1100" dirty="0">
                <a:ea typeface="Public Sans"/>
                <a:cs typeface="Public Sans"/>
                <a:sym typeface="Public Sans"/>
              </a:rPr>
              <a:t>: Информационные системы и программирование</a:t>
            </a:r>
            <a:br>
              <a:rPr lang="ru-RU" sz="1100" dirty="0">
                <a:ea typeface="Public Sans"/>
                <a:cs typeface="Public Sans"/>
                <a:sym typeface="Public Sans"/>
              </a:rPr>
            </a:br>
            <a:r>
              <a:rPr lang="ru-RU" sz="1100" b="1" dirty="0">
                <a:ea typeface="Public Sans"/>
                <a:cs typeface="Public Sans"/>
                <a:sym typeface="Public Sans"/>
              </a:rPr>
              <a:t>Группа</a:t>
            </a:r>
            <a:r>
              <a:rPr lang="ru-RU" sz="1100" dirty="0">
                <a:ea typeface="Public Sans"/>
                <a:cs typeface="Public Sans"/>
                <a:sym typeface="Public Sans"/>
              </a:rPr>
              <a:t>: </a:t>
            </a:r>
            <a:r>
              <a:rPr lang="ru-RU" sz="1100" dirty="0" err="1">
                <a:ea typeface="Public Sans"/>
                <a:cs typeface="Public Sans"/>
                <a:sym typeface="Public Sans"/>
              </a:rPr>
              <a:t>ИСиП</a:t>
            </a:r>
            <a:r>
              <a:rPr lang="ru-RU" sz="1100" dirty="0">
                <a:ea typeface="Public Sans"/>
                <a:cs typeface="Public Sans"/>
                <a:sym typeface="Public Sans"/>
              </a:rPr>
              <a:t> 22-01</a:t>
            </a:r>
          </a:p>
          <a:p>
            <a:pPr lvl="0" algn="r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300"/>
            </a:pPr>
            <a:r>
              <a:rPr lang="ru-RU" sz="1100" b="1" dirty="0">
                <a:ea typeface="Public Sans"/>
                <a:cs typeface="Public Sans"/>
                <a:sym typeface="Public Sans"/>
              </a:rPr>
              <a:t>Руководитель</a:t>
            </a:r>
            <a:r>
              <a:rPr lang="ru-RU" sz="1100" dirty="0">
                <a:ea typeface="Public Sans"/>
                <a:cs typeface="Public Sans"/>
                <a:sym typeface="Public Sans"/>
              </a:rPr>
              <a:t>:</a:t>
            </a:r>
            <a:r>
              <a:rPr lang="ru-RU" sz="1100" dirty="0">
                <a:cs typeface="Times New Roman" panose="02020603050405020304" pitchFamily="18" charset="0"/>
                <a:sym typeface="+mn-ea"/>
              </a:rPr>
              <a:t> Костюченко А.А</a:t>
            </a:r>
            <a:endParaRPr lang="ru-RU" sz="1100" dirty="0">
              <a:ea typeface="Public Sans"/>
              <a:cs typeface="Public Sans"/>
              <a:sym typeface="Public Sans"/>
            </a:endParaRPr>
          </a:p>
          <a:p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8E72CC-3A2A-0995-6AFD-1515FD6545AF}"/>
              </a:ext>
            </a:extLst>
          </p:cNvPr>
          <p:cNvSpPr txBox="1"/>
          <p:nvPr/>
        </p:nvSpPr>
        <p:spPr>
          <a:xfrm>
            <a:off x="2438400" y="563563"/>
            <a:ext cx="8153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800" dirty="0"/>
              <a:t>Красноярский колледж отраслевых технологий и предпринимательства </a:t>
            </a:r>
          </a:p>
        </p:txBody>
      </p:sp>
    </p:spTree>
    <p:extLst>
      <p:ext uri="{BB962C8B-B14F-4D97-AF65-F5344CB8AC3E}">
        <p14:creationId xmlns:p14="http://schemas.microsoft.com/office/powerpoint/2010/main" val="2296239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C2BF39-D7B6-DF24-C651-8F26B544E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906000" cy="1325563"/>
          </a:xfrm>
        </p:spPr>
        <p:txBody>
          <a:bodyPr/>
          <a:lstStyle/>
          <a:p>
            <a:r>
              <a:rPr lang="ru-RU" dirty="0"/>
              <a:t>Форма регистрации и авторизации </a:t>
            </a:r>
          </a:p>
        </p:txBody>
      </p:sp>
      <p:pic>
        <p:nvPicPr>
          <p:cNvPr id="8" name="Объект 4">
            <a:extLst>
              <a:ext uri="{FF2B5EF4-FFF2-40B4-BE49-F238E27FC236}">
                <a16:creationId xmlns:a16="http://schemas.microsoft.com/office/drawing/2014/main" id="{F94C0265-9948-E380-9242-A4AD0DE1BC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9136" y="2011095"/>
            <a:ext cx="3222864" cy="4165868"/>
          </a:xfrm>
          <a:prstGeom prst="rect">
            <a:avLst/>
          </a:prstGeom>
        </p:spPr>
      </p:pic>
      <p:sp>
        <p:nvSpPr>
          <p:cNvPr id="10" name="Объект 9">
            <a:extLst>
              <a:ext uri="{FF2B5EF4-FFF2-40B4-BE49-F238E27FC236}">
                <a16:creationId xmlns:a16="http://schemas.microsoft.com/office/drawing/2014/main" id="{BCBC4507-0172-E37B-7E38-1B2D63050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534" y="1825625"/>
            <a:ext cx="4614334" cy="4667250"/>
          </a:xfrm>
        </p:spPr>
        <p:txBody>
          <a:bodyPr>
            <a:normAutofit/>
          </a:bodyPr>
          <a:lstStyle/>
          <a:p>
            <a:r>
              <a:rPr lang="ru-RU" sz="1800" dirty="0"/>
              <a:t>Форма регистрации расширена полями </a:t>
            </a:r>
            <a:r>
              <a:rPr lang="ru-RU" sz="1800" dirty="0" err="1"/>
              <a:t>email</a:t>
            </a:r>
            <a:r>
              <a:rPr lang="ru-RU" sz="1800" dirty="0"/>
              <a:t> и номер телефона.</a:t>
            </a:r>
          </a:p>
          <a:p>
            <a:r>
              <a:rPr lang="ru-RU" sz="1800" dirty="0"/>
              <a:t>Реализована проверка уникальности </a:t>
            </a:r>
            <a:r>
              <a:rPr lang="ru-RU" sz="1800" dirty="0" err="1"/>
              <a:t>email</a:t>
            </a:r>
            <a:r>
              <a:rPr lang="ru-RU" sz="1800" dirty="0"/>
              <a:t> для предотвращения повторной регистрации, а также валидация номера телефона (не менее 10 цифр). При успешной регистрации автоматически создаётся профиль пользователя с указанным телефоном.</a:t>
            </a:r>
          </a:p>
          <a:p>
            <a:r>
              <a:rPr lang="ru-RU" sz="1800" dirty="0"/>
              <a:t> Форма входа адаптирована для входа как по имени пользователя, так и по </a:t>
            </a:r>
            <a:r>
              <a:rPr lang="ru-RU" sz="1800" dirty="0" err="1"/>
              <a:t>email</a:t>
            </a:r>
            <a:r>
              <a:rPr lang="ru-RU" sz="1800" dirty="0"/>
              <a:t>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FAC65CB-AC1C-F3C3-8800-4F6F20226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4435" y="2877223"/>
            <a:ext cx="3794701" cy="3299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958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3B472F-69BA-D335-F33B-AE4830F97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049933" cy="1325563"/>
          </a:xfrm>
        </p:spPr>
        <p:txBody>
          <a:bodyPr/>
          <a:lstStyle/>
          <a:p>
            <a:r>
              <a:rPr lang="ru-RU" dirty="0"/>
              <a:t>Главная страница со списком туров </a:t>
            </a:r>
          </a:p>
        </p:txBody>
      </p:sp>
      <p:sp>
        <p:nvSpPr>
          <p:cNvPr id="11" name="Объект 10">
            <a:extLst>
              <a:ext uri="{FF2B5EF4-FFF2-40B4-BE49-F238E27FC236}">
                <a16:creationId xmlns:a16="http://schemas.microsoft.com/office/drawing/2014/main" id="{2D010AF2-CC6C-02DC-80F6-1D8E7C2AFC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01067" cy="4351338"/>
          </a:xfrm>
        </p:spPr>
        <p:txBody>
          <a:bodyPr>
            <a:normAutofit/>
          </a:bodyPr>
          <a:lstStyle/>
          <a:p>
            <a:r>
              <a:rPr lang="ru-RU" sz="2000" dirty="0"/>
              <a:t>Главная страница представляет собой ленту из карточек туров с фотографиями, рейтингом, ценой и кнопкой бронирования.</a:t>
            </a:r>
          </a:p>
          <a:p>
            <a:endParaRPr lang="ru-RU" sz="2000" dirty="0"/>
          </a:p>
        </p:txBody>
      </p:sp>
      <p:pic>
        <p:nvPicPr>
          <p:cNvPr id="12" name="Объект 8">
            <a:extLst>
              <a:ext uri="{FF2B5EF4-FFF2-40B4-BE49-F238E27FC236}">
                <a16:creationId xmlns:a16="http://schemas.microsoft.com/office/drawing/2014/main" id="{E0D0E183-79E1-0717-6699-F404265BA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8754" y="1825625"/>
            <a:ext cx="6944921" cy="3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922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ECFF67-110C-72BC-82CD-F18D97661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Страница тура со списком ресторанов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49DF372-CB8A-DF68-7199-9CC5CAC5D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949455" cy="4351338"/>
          </a:xfrm>
        </p:spPr>
        <p:txBody>
          <a:bodyPr>
            <a:normAutofit/>
          </a:bodyPr>
          <a:lstStyle/>
          <a:p>
            <a:r>
              <a:rPr lang="ru-RU" sz="2000" b="1" dirty="0"/>
              <a:t>Страница тура</a:t>
            </a:r>
            <a:r>
              <a:rPr lang="ru-RU" sz="2000" dirty="0"/>
              <a:t> содержит детальную информацию о выбранном гастрономическом туре: описание, продолжительность, локацию, цену и список включённых в программу ресторанов. Каждый ресторан представлен в виде карточки с фотографией, названием, адресом и ссылкой на его детальную страницу.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776CE5B-059A-89DC-BDD3-E11C4DF88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7655" y="1791758"/>
            <a:ext cx="7134807" cy="465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9180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8C5D87-651E-3F4E-8392-23C674977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705600" cy="1325563"/>
          </a:xfrm>
        </p:spPr>
        <p:txBody>
          <a:bodyPr/>
          <a:lstStyle/>
          <a:p>
            <a:r>
              <a:rPr lang="ru-RU" dirty="0"/>
              <a:t>Отзывы пользователей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80B3D1-B56E-8342-6447-C7E85CF8D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943600" cy="4351338"/>
          </a:xfrm>
        </p:spPr>
        <p:txBody>
          <a:bodyPr>
            <a:normAutofit/>
          </a:bodyPr>
          <a:lstStyle/>
          <a:p>
            <a:r>
              <a:rPr lang="ru-RU" dirty="0"/>
              <a:t>Ниже расположен блок отзывов, где отображаются оценки и комментарии пользователей, а для авторизованных посетителей доступна форма добавления нового отзыва с выбором оценки по 5-балльной шкале.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D3D002B-2993-5EDA-78D6-3C72002F6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6156" y="1027906"/>
            <a:ext cx="4351444" cy="5588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707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1BFC64-BE21-9D50-42DE-F8DAAD6D4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900333" cy="1325563"/>
          </a:xfrm>
        </p:spPr>
        <p:txBody>
          <a:bodyPr/>
          <a:lstStyle/>
          <a:p>
            <a:r>
              <a:rPr lang="ru-RU" dirty="0"/>
              <a:t>Форма бронирования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514888-5F83-B465-5309-2FD473747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29867" cy="4351338"/>
          </a:xfrm>
        </p:spPr>
        <p:txBody>
          <a:bodyPr/>
          <a:lstStyle/>
          <a:p>
            <a:r>
              <a:rPr lang="ru-RU" dirty="0"/>
              <a:t>Форма бронирования реализована в виде модального окна, которое открывается при клике на кнопку «Забронировать» на детальной странице тура.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F4E82AD-F83B-3BFB-D0FF-DC16736A8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8513" y="365125"/>
            <a:ext cx="4148820" cy="5895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482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0B0B0D-2E17-87CF-817D-6A28CDEDD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Админ панель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4590C53-4DE6-48C6-DE40-E61DD5D698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733136" cy="4351338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В панели доступны разделы для работы с пользователями (включая просмотр номеров телефонов), ресторанами и блюдами, турами и включёнными в них ресторанами, отзывами, а также бронированиями.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C1C49E2-CD87-433A-6B46-7E07FDE778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5070" y="1759789"/>
            <a:ext cx="8536930" cy="206171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AD223E2-64A6-0C51-2D67-247052DC8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5070" y="3890603"/>
            <a:ext cx="8536930" cy="99771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6AA64BE-EC75-808F-0655-F5C4399A52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070" y="4957417"/>
            <a:ext cx="8536931" cy="963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06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FB2C52-717A-7587-8E8B-D00A479C4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База данных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918AD0-B117-10E3-F0B1-11D3293CFC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69933" cy="4351338"/>
          </a:xfrm>
        </p:spPr>
        <p:txBody>
          <a:bodyPr/>
          <a:lstStyle/>
          <a:p>
            <a:r>
              <a:rPr lang="ru-RU" dirty="0"/>
              <a:t>В проекте используется реляционная база данных </a:t>
            </a:r>
            <a:r>
              <a:rPr lang="ru-RU" b="1" dirty="0" err="1"/>
              <a:t>PostgreSQL</a:t>
            </a:r>
            <a:r>
              <a:rPr lang="ru-RU" b="1" dirty="0"/>
              <a:t>.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0196DC4-55AC-9083-0BA2-4D6EB6B26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2602" y="281807"/>
            <a:ext cx="4521198" cy="6036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361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15A1FD-0F9F-138A-3332-27B2F2FC2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Тест-кейс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34159A-6DB2-24BB-15B6-20EDC6BC0E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67867" cy="4351338"/>
          </a:xfrm>
        </p:spPr>
        <p:txBody>
          <a:bodyPr/>
          <a:lstStyle/>
          <a:p>
            <a:r>
              <a:rPr lang="ru-RU" dirty="0"/>
              <a:t>было проведено ручное тестирование, ключевых сценариев использования платформы. Проверялись как позитивные, так и негативные случаи – ввод некорректных данных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39E3356-8F09-C6D8-4277-EDCA3A6E53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5705" y="244159"/>
            <a:ext cx="4805362" cy="6369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08921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284</Words>
  <Application>Microsoft Office PowerPoint</Application>
  <PresentationFormat>Широкоэкранный</PresentationFormat>
  <Paragraphs>23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Public Sans</vt:lpstr>
      <vt:lpstr>Times New Roman</vt:lpstr>
      <vt:lpstr>Тема Office</vt:lpstr>
      <vt:lpstr>Создание веб-платформы для гастрономического туризма </vt:lpstr>
      <vt:lpstr>Форма регистрации и авторизации </vt:lpstr>
      <vt:lpstr>Главная страница со списком туров </vt:lpstr>
      <vt:lpstr>Страница тура со списком ресторанов</vt:lpstr>
      <vt:lpstr>Отзывы пользователей </vt:lpstr>
      <vt:lpstr>Форма бронирования </vt:lpstr>
      <vt:lpstr>Админ панель </vt:lpstr>
      <vt:lpstr>База данных </vt:lpstr>
      <vt:lpstr>Тест-кейс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Daniil Zakharov</dc:creator>
  <cp:lastModifiedBy>Daniil Zakharov</cp:lastModifiedBy>
  <cp:revision>7</cp:revision>
  <dcterms:created xsi:type="dcterms:W3CDTF">2026-03-16T04:15:23Z</dcterms:created>
  <dcterms:modified xsi:type="dcterms:W3CDTF">2026-03-16T05:28:05Z</dcterms:modified>
</cp:coreProperties>
</file>